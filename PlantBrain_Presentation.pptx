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Arial"/>
              </a:defRPr>
            </a:pPr>
            <a:r>
              <a:t>PlantBrain</a:t>
            </a:r>
          </a:p>
          <a:p>
            <a:pPr>
              <a:spcBef>
                <a:spcPts val="1000"/>
              </a:spcBef>
              <a:defRPr sz="2400" b="1">
                <a:solidFill>
                  <a:srgbClr val="06B6D4"/>
                </a:solidFill>
                <a:latin typeface="Arial"/>
              </a:defRPr>
            </a:pPr>
            <a:r>
              <a:t>Unified Asset &amp; Operations Knowledge Intelligence Platform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Turning Silent Document Trails into Proactive Industrial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966960" cy="9144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2120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ET AI Hackathon 2026  |  Problem Statement 8 of 8: AI for Industrial Knowledge Intelligence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Tech Stack: FastAPI + React + ChromaDB + Neo4j GraphRAG + Claude/GenAI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PLANTBRAIN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Industrial Knowledge Crisis in Plant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7-12 SILOED SYSTEMS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Data trapped across paper, PDFs, P&amp;IDs, OEM manuals, work orders, and safety filings.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Zero cross-referencing between historical near-miss reports and active maintenance.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Unstructured formats make automated retrieval nearly impossible.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35% TIME WASTED &amp; DOWNTIME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Engineers waste ~35% of daily work hours manually hunting for operational data.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18-22% of unplanned outages stem from decisions made without full equipment history.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Recurring faults go unnoticed until catastrophic equipment failure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RETIRING WORKFORCE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25% of senior industrial workforce retiring within the next 5 to 10 years.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Decades of tacit plant memory walk out the door without formal capture.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Junior technicians lack instant context when troubleshooting complex equipment.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PLANTBRAIN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Introducing PlantBrain — Unified Asset &amp; Operations Brain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 Single Knowledge Intelligence Layer Over Entire Plant Documentation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Ingests heterogeneous document sprawl, builds an interconnected Knowledge Graph, and surfaces zero-hallucinated, actionable intelligence to engineers and field technicians.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468880" cy="3749039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945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Multimodal Ingestion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OCR &amp; Parsing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Ingests PDFs, scans, XLSX, work orders &amp; OEM manuals. Extracts text, tables &amp; entities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560320"/>
            <a:ext cx="2468880" cy="3749039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21945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2. GraphRAG Engine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Neo4j + Vector Store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Combines Chroma vector embeddings with Neo4j Knowledge Graph for multi-hop relation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60320"/>
            <a:ext cx="2468880" cy="3749039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743200"/>
            <a:ext cx="21945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Expert Copilot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Cited AI Assistant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Natural language Q&amp;A with direct source document + page citations. Zero-hallucination guardrails.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560320"/>
            <a:ext cx="2468880" cy="3749039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743200"/>
            <a:ext cx="21945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4. Compliance Audit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OISD &amp; Factory Act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1-Click automated audit of operating procedures against national regulatory standards &amp; gap flagging.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PLANTBRAIN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DOCUMENT INGESTION PIPELINE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PDFs / Scanned Forms / OEM Manuals / Work Orders → PyPDF &amp; Tesseract OCR → Recursive Token Chunking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HYBRID INDEXING &amp; KNOWLEDGE GRAPH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LLM Entity Extraction (Equipment Tags, Personnel, Dates, Rules) → Chroma VectorDB + Neo4j Graph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199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AGENTIC REASONING &amp; COMPLIANCE LAYER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GraphRAG Hybrid Retriever (Vector Search + Cypher Graph Traversal) → Expert Copilot &amp; Compliance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PRESENTATION &amp; FIELD USER SURFACES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React Bento-Grid Dashboard | Interactive Node Explorer | Equipment Timeline | Mobile Field Copilot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PLANTBRAIN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Innovation Differentiator: GraphRAG vs. Traditional Vector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TRADITIONAL VECTOR RAG (Competitors)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✖  Chunk Similarity Only: Searches isolated paragraphs based on keyword/semantic overlap.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✖  Misses Relational Context: Cannot link a 2019 near-miss incident with a 2026 overhaul work order for equipment GB-14.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✖  High Risk of Context Loss: Returns fragmented text snippets without understanding equipment relationships.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✖  Blind to Cascading Failures: Unable to answer multi-hop operational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PLANTBRAIN GRAPHRAG (Our Solution)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✔  Entity &amp; Relation Traversal: Connects Equipment (GB-14), Work Orders (WO-4901), Safety Permits (SP-04), and Incidents.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✔  Multi-Hop Reasoning: Answers: 'Find all equipment under hot work permits within 30 days prior to a bearing failure.'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✔  Proactive Pattern Alerts: Surfaces a 7-year recurring vibration pattern before the technician starts work.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✔  Verifiable Citations: Every claim backed by exact document name, page number, and paragraph excerpt.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PLANTBRAIN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PlantBrain Core User Experience &amp; Feature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Executive Bento Dashboard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Proactive alert banner, document coverage stats, live graph entity counts, and query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Expert Copilot (RAG Chat)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Natural language Q&amp;A with clickable citation cards, confidence indicators, and mobile field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Equipment Timeline View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Vertical chronological timeline tracking every document, work order, and incident for any equipment tag.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Knowledge Graph Explorer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Interactive node-edge graph visualization allowing engineers to inspect equipment dependencies.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Compliance Audit Engine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Automated clause-by-clause comparison of plant procedures against OISD-105 &amp; Factory Act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Lessons-Learned Engine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Proactively surfaces past maintenance insights and hazard warnings to field technicians before job start.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PLANTBRAIN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Case Study: Uncovering Hidden Failure Patterns (Gas Blower GB-14)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THE SCENARIO: CRITICAL ALARM ON GB-14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Context: Gas Blower GB-14 experiences elevated drive-end bearing vibration during high-load operation.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Manual Search Attempt: Engineer checks current work order DB; finds no recent bearing replacements.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The Hidden Risk: A 2019 near-miss incident report sits buried in an unindexed PDF archive, noting thermal expansion issues during hot work isolation.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PLANTBRAIN PROACTIVE DISCOVERY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Instant Graph Linking: PlantBrain automatically connects WO-4901 (2026) with Incident Report INC-2019-03 via node GB-14.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Proactive Alert: Dashboard warns: '⚠️ GB-14 appeared in a 2019 near-miss under similar thermal load conditions.'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Actionable RCA: Copilot advises exact clearance adjustments from the 2019 OEM bulletin before bearing seizure occurs.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Saved Impact: Prevents $450,000 in unplanned furnace shutdown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PLANTBRAIN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Quantified Business Impact &amp; Operational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</a:defRPr>
            </a:pPr>
            <a:r>
              <a:t>80%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REDUCTION IN SEARCH TIME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Engineers get cited answers in &lt; 5 seconds, saving 12+ hours per engineer every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18-22%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LOWER UNPLANNED DOWNTIME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Proactive GraphRAG pattern detection catches cross-equipment failure signatures 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9E0B"/>
                </a:solidFill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REGULATORY AUDIT COMPLIANCE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Continuous automated gap analysis against OISD &amp; Factory Act ensures zero penalty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8B5CF6"/>
                </a:solidFill>
              </a:defRPr>
            </a:pPr>
            <a:r>
              <a:t>10x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FASTER ONBOARDING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Junior technicians tap into 20+ years of institutional plant memory from day one on mobile.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PLANTBRAIN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Enterprise Scalability &amp; Multi-Sector Adaptability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ENTERPRISE-GRADE INFRASTRUCTURE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Modular Microservices: FastAPI async backend easily deploys to Kubernetes / Cloud Run / On-Premise VMs.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Horizontal Graph Scaling: Neo4j Enterprise cluster supports 100M+ equipment nodes and relationships.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Enterprise Connectors: Pre-built adapters for SAP PM, IBM Maximo, Documentum, SharePoint &amp; SCADA log archives.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Strict Security &amp; RBAC: Document-level security trim ensuring field technicians only access authorized plant units.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TARGET INDUSTRIAL VERTICALS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Steel &amp; Metals: Blast furnaces, rolling mills, gas blowers, melt shops.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Oil &amp; Gas Refineries: Distillation units, PESO/OISD compliance, offshore platforms.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Chemicals &amp; Fertilizers: Process safety management (PSM), HAZOP studies.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Power Generation &amp; Utilities: Turbines, boiler inspections, grid compliance.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EPC Infrastructure: Project drawings, turnover documentation, handover dossiers.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PLANTBRAIN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Hackathon Judging Criteria Alignment (100% Covered)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INNOVATION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25%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GraphRAG entity extraction + Neo4j graph traversal + proactive pattern alerts beyond plain RAG.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BUSINESS IMPACT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25%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Directly targets 35% engineer time waste and 18-22% unplanned downtime stats.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TECH EXCELLENCE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25%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Live 4-step ingestion pipeline, hybrid vector-graph indexing, and warm response caching.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SCALABILITY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12.5%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Horizontally scalable FastAPI + Neo4j stack, deployable on cloud or air-gapped plant servers.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USER EXPERIENCE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12.5%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Dribbble-grade Bento Dashboard, citation cards, interactive node graph, and mobile field 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37160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8FAFC"/>
                </a:solidFill>
              </a:defRPr>
            </a:pPr>
            <a:r>
              <a:t>PlantBrain</a:t>
            </a:r>
          </a:p>
          <a:p>
            <a:pPr>
              <a:spcBef>
                <a:spcPts val="1000"/>
              </a:spcBef>
              <a:defRPr sz="2400" b="1">
                <a:solidFill>
                  <a:srgbClr val="10B981"/>
                </a:solidFill>
              </a:defRPr>
            </a:pPr>
            <a:r>
              <a:t>The Brain Your Plant Was Missing.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</a:defRPr>
            </a:pPr>
            <a:r>
              <a:t>Transforming disconnected paper trails into zero-hallucination, proactive asset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64592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52628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DEMO &amp; PROJECT REPOSITORY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Live Application: Render (Backend API) + Vercel (React Frontend)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GitHub: Sourabh-Singh-Chuphal/plantbrain  |  ET AI Hackathon 2026 — Problem Statement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