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Arial"/>
              </a:defRPr>
            </a:pPr>
            <a:r>
              <a:t>PlantBrain</a:t>
            </a:r>
          </a:p>
          <a:p>
            <a:pPr>
              <a:spcBef>
                <a:spcPts val="1000"/>
              </a:spcBef>
              <a:defRPr sz="2400" b="1">
                <a:solidFill>
                  <a:srgbClr val="06B6D4"/>
                </a:solidFill>
                <a:latin typeface="Arial"/>
              </a:defRPr>
            </a:pPr>
            <a:r>
              <a:t>Unified Asset &amp; Operations Knowledge Intelligence Platform</a:t>
            </a:r>
          </a:p>
          <a:p>
            <a:pPr>
              <a:spcBef>
                <a:spcPts val="15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Turning Silent Document Trails into Proactive Industrial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20640"/>
            <a:ext cx="9966960" cy="91440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21208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ET AI Hackathon 2026  |  Problem Statement 8 of 8: AI for Industrial Knowledge Intelligence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Tech Stack: FastAPI + React + ChromaDB + Neo4j GraphRAG + Claude/GenAI Agent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Industrial Knowledge Crisis in Plant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7-12 SILOED SYSTEMS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Data trapped across paper, PDFs, P&amp;IDs, OEM manuals, work orders, and safety filings.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Zero cross-referencing between historical near-miss reports and active maintenance.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Unstructured formats make automated retrieval nearly impossible.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35% TIME WASTED &amp; DOWNTIME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Engineers waste ~35% of daily work hours manually hunting for operational data.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18-22% of unplanned outages stem from decisions made without full equipment history.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Recurring faults go unnoticed until catastrophic equipment failure occurs.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RETIRING WORKFORCE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25% of senior industrial workforce retiring within the next 5 to 10 years.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Decades of tacit plant memory walk out the door without formal capture.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• Junior technicians lack instant context when troubleshooting complex equipment.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Introducing PlantBrain — Unified Asset &amp; Operations Brain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A Single Knowledge Intelligence Layer Over Entire Plant Documentation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Ingests heterogeneous document sprawl, builds an interconnected Knowledge Graph, and surfaces zero-hallucinated, actionable intelligence to engineers and field technicians.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2468880" cy="3749039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19456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1. Multimodal Ingestion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</a:defRPr>
            </a:pPr>
            <a:r>
              <a:t>OCR &amp; Parsing</a:t>
            </a:r>
          </a:p>
          <a:p>
            <a:pPr>
              <a:spcBef>
                <a:spcPts val="1600"/>
              </a:spcBef>
              <a:defRPr sz="1200">
                <a:solidFill>
                  <a:srgbClr val="F8FAFC"/>
                </a:solidFill>
              </a:defRPr>
            </a:pPr>
            <a:r>
              <a:t>Ingests PDFs, scans, XLSX, work orders &amp; OEM manuals. Extracts text, tables &amp; entities automatically.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560320"/>
            <a:ext cx="2468880" cy="3749039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2. GraphRAG Engine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</a:defRPr>
            </a:pPr>
            <a:r>
              <a:t>Neo4j + Vector Store</a:t>
            </a:r>
          </a:p>
          <a:p>
            <a:pPr>
              <a:spcBef>
                <a:spcPts val="1600"/>
              </a:spcBef>
              <a:defRPr sz="1200">
                <a:solidFill>
                  <a:srgbClr val="F8FAFC"/>
                </a:solidFill>
              </a:defRPr>
            </a:pPr>
            <a:r>
              <a:t>Combines Chroma vector embeddings with Neo4j Knowledge Graph for multi-hop relation reasoning.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560320"/>
            <a:ext cx="2468880" cy="3749039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743200"/>
            <a:ext cx="219456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Expert Copilot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</a:defRPr>
            </a:pPr>
            <a:r>
              <a:t>Cited AI Assistant</a:t>
            </a:r>
          </a:p>
          <a:p>
            <a:pPr>
              <a:spcBef>
                <a:spcPts val="1600"/>
              </a:spcBef>
              <a:defRPr sz="1200">
                <a:solidFill>
                  <a:srgbClr val="F8FAFC"/>
                </a:solidFill>
              </a:defRPr>
            </a:pPr>
            <a:r>
              <a:t>Natural language Q&amp;A with direct source document + page citations. Zero-hallucination guardrails.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560320"/>
            <a:ext cx="2468880" cy="3749039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2743200"/>
            <a:ext cx="219456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4. Compliance Audit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</a:defRPr>
            </a:pPr>
            <a:r>
              <a:t>OISD &amp; Factory Act</a:t>
            </a:r>
          </a:p>
          <a:p>
            <a:pPr>
              <a:spcBef>
                <a:spcPts val="1600"/>
              </a:spcBef>
              <a:defRPr sz="1200">
                <a:solidFill>
                  <a:srgbClr val="F8FAFC"/>
                </a:solidFill>
              </a:defRPr>
            </a:pPr>
            <a:r>
              <a:t>1-Click automated audit of operating procedures against national regulatory standards &amp; gap flagging.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End-to-End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DOCUMENT INGESTION PIPELINE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PDFs / Scanned Forms / OEM Manuals / Work Orders → PyPDF &amp; Tesseract OCR → Recursive Token Chunking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HYBRID INDEXING &amp; KNOWLEDGE GRAPH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LLM Entity Extraction (Equipment Tags, Personnel, Dates, Rules) → Chroma VectorDB + Neo4j Graph Database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86199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AGENTIC REASONING &amp; COMPLIANCE LAYER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GraphRAG Hybrid Retriever (Vector Search + Cypher Graph Traversal) → Expert Copilot &amp; Compliance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698480" cy="10058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PRESENTATION &amp; FIELD USER SURFACES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React Bento-Grid Dashboard | Interactive Node Explorer | Equipment Timeline | Mobile Field Copilot 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Innovation Differentiator: GraphRAG vs. Traditional Vector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TRADITIONAL VECTOR RAG (Competitors)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✖  Chunk Similarity Only: Searches isolated paragraphs based on keyword/semantic overlap.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✖  Misses Relational Context: Cannot link a 2019 near-miss incident with a 2026 overhaul work order for equipment GB-14.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✖  High Risk of Context Loss: Returns fragmented text snippets without understanding equipment relationships.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✖  Blind to Cascading Failures: Unable to answer multi-hop operational queries.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PLANTBRAIN GRAPHRAG (Our Solution)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✔  Entity &amp; Relation Traversal: Connects Equipment (GB-14), Work Orders (WO-4901), Safety Permits (SP-04), and Incidents.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✔  Multi-Hop Reasoning: Answers: 'Find all equipment under hot work permits within 30 days prior to a bearing failure.'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✔  Proactive Pattern Alerts: Surfaces a 7-year recurring vibration pattern before the technician starts work.</a:t>
            </a:r>
          </a:p>
          <a:p>
            <a:pPr>
              <a:spcBef>
                <a:spcPts val="1400"/>
              </a:spcBef>
              <a:defRPr sz="1200">
                <a:solidFill>
                  <a:srgbClr val="F8FAFC"/>
                </a:solidFill>
              </a:defRPr>
            </a:pPr>
            <a:r>
              <a:t>✔  Verifiable Citations: Every claim backed by exact document name, page number, and paragraph excerpt.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PlantBrain Core User Experience &amp; Feature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Executive Bento Dashboard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Proactive alert banner, document coverage stats, live graph entity counts, and query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002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Expert Copilot (RAG Chat)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Natural language Q&amp;A with clickable citation cards, confidence indicators, and mobile field 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002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Equipment Timeline View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Vertical chronological timeline tracking every document, work order, and incident for any equipment tag.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Knowledge Graph Explorer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Interactive node-edge graph visualization allowing engineers to inspect equipment dependencies.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069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Compliance Audit Engine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Automated clause-by-clause comparison of plant procedures against OISD-105 &amp; Factory Act standards.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069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Lessons-Learned Engine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Proactively surfaces past maintenance insights and hazard warnings to field technicians before job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Case Study: Uncovering Hidden Failure Patterns (Gas Blower GB-14)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THE SCENARIO: CRITICAL ALARM ON GB-14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Context: Gas Blower GB-14 experiences elevated drive-end bearing vibration during high-load operation.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Manual Search Attempt: Engineer checks current work order DB; finds no recent bearing replacements.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The Hidden Risk: A 2019 near-miss incident report sits buried in an unindexed PDF archive, noting thermal expansion issues during hot work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PLANTBRAIN PROACTIVE DISCOVERY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Instant Graph Linking: PlantBrain automatically connects WO-4901 (2026) with Incident Report INC-2019-03 via node GB-14.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Proactive Alert: Dashboard warns: '⚠️ GB-14 appeared in a 2019 near-miss under similar thermal load conditions.'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Actionable RCA: Copilot advises exact clearance adjustments from the 2019 OEM bulletin before bearing seizure occurs.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Saved Impact: Prevents $450,000 in unplanned furnace shutdown costs.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Quantified Business Impact &amp; Operational ROI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6B6D4"/>
                </a:solidFill>
              </a:defRPr>
            </a:pPr>
            <a:r>
              <a:t>80%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REDUCTION IN SEARCH TIME</a:t>
            </a:r>
          </a:p>
          <a:p>
            <a:pPr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Engineers get cited answers in &lt; 5 seconds, saving 12+ hours per engineer every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0B981"/>
                </a:solidFill>
              </a:defRPr>
            </a:pPr>
            <a:r>
              <a:t>18-22%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LOWER UNPLANNED DOWNTIME</a:t>
            </a:r>
          </a:p>
          <a:p>
            <a:pPr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Proactive GraphRAG pattern detection catches cross-equipment failure signatures early.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REGULATORY AUDIT COMPLIANCE</a:t>
            </a:r>
          </a:p>
          <a:p>
            <a:pPr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Continuous automated gap analysis against OISD &amp; Factory Act ensures zero penalty exposure.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4688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8B5CF6"/>
                </a:solidFill>
              </a:defRPr>
            </a:pPr>
            <a:r>
              <a:t>10x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FASTER ONBOARDING</a:t>
            </a:r>
          </a:p>
          <a:p>
            <a:pPr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Junior technicians tap into 20+ years of institutional plant memory from day one on mobile.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Enterprise Scalability &amp; Multi-Sector Adaptability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ENTERPRISE-GRADE INFRASTRUCTURE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Modular Microservices: FastAPI async backend easily deploys to Kubernetes / Cloud Run / On-Premise VMs.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Horizontal Graph Scaling: Neo4j Enterprise cluster supports 100M+ equipment nodes and relationships.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Enterprise Connectors: Pre-built adapters for SAP PM, IBM Maximo, Documentum, SharePoint &amp; SCADA log archives.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Strict Security &amp; RBAC: Document-level security trim ensuring field technicians only access authorized plant units.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TARGET INDUSTRIAL VERTICALS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Steel &amp; Metals: Blast furnaces, rolling mills, gas blowers, melt shops.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Oil &amp; Gas Refineries: Distillation units, PESO/OISD compliance, offshore platforms.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Chemicals &amp; Fertilizers: Process safety management (PSM), HAZOP studies.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Power Generation &amp; Utilities: Turbines, boiler inspections, grid compliance.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• EPC Infrastructure: Project drawings, turnover documentation, handover dossiers.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PLANTBRAIN | ET AI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Hackathon Judging Criteria Alignment (100% Covered)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INNOVATION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25%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GraphRAG entity extraction + Neo4j graph traversal + proactive pattern alerts beyond plain RAG.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BUSINESS IMPACT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25%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Directly targets 35% engineer time waste and 18-22% unplanned downtime stats.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75504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TECH EXCELLENCE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25%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Live 4-step ingestion pipeline, hybrid vector-graph indexing, and warm response caching.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B5CF6"/>
                </a:solidFill>
              </a:defRPr>
            </a:pPr>
            <a:r>
              <a:t>SCALABILITY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12.5%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Horizontally scalable FastAPI + Neo4j stack, deployable on cloud or air-gapped plant servers.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463040"/>
            <a:ext cx="2011680" cy="466344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2A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8048" y="1645920"/>
            <a:ext cx="1828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USER EXPERIENCE</a:t>
            </a:r>
          </a:p>
          <a:p>
            <a:pPr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12.5%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</a:defRPr>
            </a:pPr>
            <a:r>
              <a:t>Dribbble-grade Bento Dashboard, citation cards, interactive node graph, and mobile field 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3716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8FAFC"/>
                </a:solidFill>
              </a:defRPr>
            </a:pPr>
            <a:r>
              <a:t>PlantBrain</a:t>
            </a:r>
          </a:p>
          <a:p>
            <a:pPr>
              <a:spcBef>
                <a:spcPts val="1000"/>
              </a:spcBef>
              <a:defRPr sz="2400" b="1">
                <a:solidFill>
                  <a:srgbClr val="10B981"/>
                </a:solidFill>
              </a:defRPr>
            </a:pPr>
            <a:r>
              <a:t>The Brain Your Plant Was Missing.</a:t>
            </a:r>
          </a:p>
          <a:p>
            <a:pPr>
              <a:spcBef>
                <a:spcPts val="1500"/>
              </a:spcBef>
              <a:defRPr sz="1600">
                <a:solidFill>
                  <a:srgbClr val="94A3B8"/>
                </a:solidFill>
              </a:defRPr>
            </a:pPr>
            <a:r>
              <a:t>Transforming disconnected paper trails into zero-hallucination, proactive asset intelligence.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389120"/>
            <a:ext cx="9966960" cy="1645920"/>
          </a:xfrm>
          <a:prstGeom prst="roundRect">
            <a:avLst/>
          </a:prstGeom>
          <a:solidFill>
            <a:srgbClr val="161F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52628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DEMO &amp; PROJECT REPOSITORY</a:t>
            </a:r>
          </a:p>
          <a:p>
            <a:pPr>
              <a:spcBef>
                <a:spcPts val="600"/>
              </a:spcBef>
              <a:defRPr sz="1300" b="1">
                <a:solidFill>
                  <a:srgbClr val="10B981"/>
                </a:solidFill>
              </a:defRPr>
            </a:pPr>
            <a:r>
              <a:t>• Official Live Application: https://plantbrain-eight.vercel.app/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• GitHub: Sourabh-Singh-Chuphal/plantbrain  |  ET AI Hackathon 2026 — Problem Statement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